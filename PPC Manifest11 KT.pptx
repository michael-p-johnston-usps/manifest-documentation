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75" r:id="rId5"/>
    <p:sldId id="276" r:id="rId6"/>
    <p:sldId id="482" r:id="rId7"/>
    <p:sldId id="483" r:id="rId8"/>
    <p:sldId id="4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C7516-F85E-4EB4-900B-C0BF5FA8A257}" v="4" dt="2024-01-02T17:39:12.9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ton, Michael P." userId="b0cd9d1b-0480-4189-b24a-233bcf45637a" providerId="ADAL" clId="{487C7516-F85E-4EB4-900B-C0BF5FA8A257}"/>
    <pc:docChg chg="undo custSel addSld delSld modSld">
      <pc:chgData name="Johnston, Michael P." userId="b0cd9d1b-0480-4189-b24a-233bcf45637a" providerId="ADAL" clId="{487C7516-F85E-4EB4-900B-C0BF5FA8A257}" dt="2024-01-02T17:39:12.919" v="569"/>
      <pc:docMkLst>
        <pc:docMk/>
      </pc:docMkLst>
      <pc:sldChg chg="modSp mod">
        <pc:chgData name="Johnston, Michael P." userId="b0cd9d1b-0480-4189-b24a-233bcf45637a" providerId="ADAL" clId="{487C7516-F85E-4EB4-900B-C0BF5FA8A257}" dt="2024-01-02T17:29:29.372" v="4" actId="20577"/>
        <pc:sldMkLst>
          <pc:docMk/>
          <pc:sldMk cId="3225030778" sldId="275"/>
        </pc:sldMkLst>
        <pc:spChg chg="mod">
          <ac:chgData name="Johnston, Michael P." userId="b0cd9d1b-0480-4189-b24a-233bcf45637a" providerId="ADAL" clId="{487C7516-F85E-4EB4-900B-C0BF5FA8A257}" dt="2024-01-02T17:29:29.372" v="4" actId="20577"/>
          <ac:spMkLst>
            <pc:docMk/>
            <pc:sldMk cId="3225030778" sldId="275"/>
            <ac:spMk id="5" creationId="{9EBBA8AB-6DFC-40FA-B7F6-64F2728C3EEC}"/>
          </ac:spMkLst>
        </pc:spChg>
      </pc:sldChg>
      <pc:sldChg chg="addSp delSp modSp mod modNotesTx">
        <pc:chgData name="Johnston, Michael P." userId="b0cd9d1b-0480-4189-b24a-233bcf45637a" providerId="ADAL" clId="{487C7516-F85E-4EB4-900B-C0BF5FA8A257}" dt="2024-01-02T17:39:12.919" v="569"/>
        <pc:sldMkLst>
          <pc:docMk/>
          <pc:sldMk cId="1955715707" sldId="482"/>
        </pc:sldMkLst>
        <pc:spChg chg="del mod">
          <ac:chgData name="Johnston, Michael P." userId="b0cd9d1b-0480-4189-b24a-233bcf45637a" providerId="ADAL" clId="{487C7516-F85E-4EB4-900B-C0BF5FA8A257}" dt="2024-01-02T17:29:43.116" v="7" actId="478"/>
          <ac:spMkLst>
            <pc:docMk/>
            <pc:sldMk cId="1955715707" sldId="482"/>
            <ac:spMk id="2" creationId="{B6731563-1ACE-5507-C292-7C7162526903}"/>
          </ac:spMkLst>
        </pc:spChg>
        <pc:spChg chg="del mod">
          <ac:chgData name="Johnston, Michael P." userId="b0cd9d1b-0480-4189-b24a-233bcf45637a" providerId="ADAL" clId="{487C7516-F85E-4EB4-900B-C0BF5FA8A257}" dt="2024-01-02T17:29:45.017" v="9" actId="478"/>
          <ac:spMkLst>
            <pc:docMk/>
            <pc:sldMk cId="1955715707" sldId="482"/>
            <ac:spMk id="4" creationId="{2ADA17EB-D63A-FE16-DCA8-AAF8A9442D4D}"/>
          </ac:spMkLst>
        </pc:spChg>
        <pc:spChg chg="mod">
          <ac:chgData name="Johnston, Michael P." userId="b0cd9d1b-0480-4189-b24a-233bcf45637a" providerId="ADAL" clId="{487C7516-F85E-4EB4-900B-C0BF5FA8A257}" dt="2024-01-02T17:29:53.564" v="33" actId="20577"/>
          <ac:spMkLst>
            <pc:docMk/>
            <pc:sldMk cId="1955715707" sldId="482"/>
            <ac:spMk id="4098" creationId="{17392087-676D-45EA-BA88-064261827C3B}"/>
          </ac:spMkLst>
        </pc:spChg>
        <pc:graphicFrameChg chg="add mod modGraphic">
          <ac:chgData name="Johnston, Michael P." userId="b0cd9d1b-0480-4189-b24a-233bcf45637a" providerId="ADAL" clId="{487C7516-F85E-4EB4-900B-C0BF5FA8A257}" dt="2024-01-02T17:39:12.919" v="569"/>
          <ac:graphicFrameMkLst>
            <pc:docMk/>
            <pc:sldMk cId="1955715707" sldId="482"/>
            <ac:graphicFrameMk id="3" creationId="{ABB12D97-D27B-1344-6A4C-34F177BD6D1C}"/>
          </ac:graphicFrameMkLst>
        </pc:graphicFrameChg>
      </pc:sldChg>
      <pc:sldChg chg="addSp delSp modSp new mod modNotesTx">
        <pc:chgData name="Johnston, Michael P." userId="b0cd9d1b-0480-4189-b24a-233bcf45637a" providerId="ADAL" clId="{487C7516-F85E-4EB4-900B-C0BF5FA8A257}" dt="2024-01-02T17:38:11.873" v="432" actId="313"/>
        <pc:sldMkLst>
          <pc:docMk/>
          <pc:sldMk cId="294707421" sldId="483"/>
        </pc:sldMkLst>
        <pc:spChg chg="add mod">
          <ac:chgData name="Johnston, Michael P." userId="b0cd9d1b-0480-4189-b24a-233bcf45637a" providerId="ADAL" clId="{487C7516-F85E-4EB4-900B-C0BF5FA8A257}" dt="2024-01-02T17:33:53.525" v="160" actId="20577"/>
          <ac:spMkLst>
            <pc:docMk/>
            <pc:sldMk cId="294707421" sldId="483"/>
            <ac:spMk id="5" creationId="{1CEEAAD0-0BFD-13E4-5C3F-3CD811DF1FDA}"/>
          </ac:spMkLst>
        </pc:spChg>
        <pc:graphicFrameChg chg="add del mod">
          <ac:chgData name="Johnston, Michael P." userId="b0cd9d1b-0480-4189-b24a-233bcf45637a" providerId="ADAL" clId="{487C7516-F85E-4EB4-900B-C0BF5FA8A257}" dt="2024-01-02T17:33:33.586" v="125" actId="478"/>
          <ac:graphicFrameMkLst>
            <pc:docMk/>
            <pc:sldMk cId="294707421" sldId="483"/>
            <ac:graphicFrameMk id="3" creationId="{279D3ABD-C1F6-CDC4-0FA4-B6587D6DEF52}"/>
          </ac:graphicFrameMkLst>
        </pc:graphicFrameChg>
        <pc:graphicFrameChg chg="add mod modGraphic">
          <ac:chgData name="Johnston, Michael P." userId="b0cd9d1b-0480-4189-b24a-233bcf45637a" providerId="ADAL" clId="{487C7516-F85E-4EB4-900B-C0BF5FA8A257}" dt="2024-01-02T17:37:02.716" v="195" actId="14734"/>
          <ac:graphicFrameMkLst>
            <pc:docMk/>
            <pc:sldMk cId="294707421" sldId="483"/>
            <ac:graphicFrameMk id="6" creationId="{8696C67A-7227-F9C9-9261-9DFD81354459}"/>
          </ac:graphicFrameMkLst>
        </pc:graphicFrameChg>
      </pc:sldChg>
      <pc:sldChg chg="del">
        <pc:chgData name="Johnston, Michael P." userId="b0cd9d1b-0480-4189-b24a-233bcf45637a" providerId="ADAL" clId="{487C7516-F85E-4EB4-900B-C0BF5FA8A257}" dt="2024-01-02T17:29:37.980" v="5" actId="47"/>
        <pc:sldMkLst>
          <pc:docMk/>
          <pc:sldMk cId="490886071" sldId="483"/>
        </pc:sldMkLst>
      </pc:sldChg>
      <pc:sldChg chg="del">
        <pc:chgData name="Johnston, Michael P." userId="b0cd9d1b-0480-4189-b24a-233bcf45637a" providerId="ADAL" clId="{487C7516-F85E-4EB4-900B-C0BF5FA8A257}" dt="2024-01-02T17:29:37.980" v="5" actId="47"/>
        <pc:sldMkLst>
          <pc:docMk/>
          <pc:sldMk cId="470319458" sldId="484"/>
        </pc:sldMkLst>
      </pc:sldChg>
      <pc:sldChg chg="del">
        <pc:chgData name="Johnston, Michael P." userId="b0cd9d1b-0480-4189-b24a-233bcf45637a" providerId="ADAL" clId="{487C7516-F85E-4EB4-900B-C0BF5FA8A257}" dt="2024-01-02T17:29:37.980" v="5" actId="47"/>
        <pc:sldMkLst>
          <pc:docMk/>
          <pc:sldMk cId="3911790904" sldId="4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88006-A1A9-4775-B2EB-38E8E5F3E580}" type="datetimeFigureOut">
              <a:rPr lang="en-US"/>
              <a:t>1/2/2024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7D3064-AE8D-4335-8F86-44936443DCE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7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D3064-AE8D-4335-8F86-44936443DC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12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60A2F475-B896-4A1F-A7B9-46C6CB8B08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5547D3E4-3BDA-47A0-ACD9-C58C99791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All these stories were more technical in nature and do not have an impact on Manifest’s functional capabilities. </a:t>
            </a: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B305AFE7-3905-4028-95DE-34553600B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FB77209-1535-453C-BB21-8C5261EA7514}" type="slidenum">
              <a:rPr lang="en-US" altLang="en-US" sz="1200" b="0"/>
              <a:pPr/>
              <a:t>3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3058716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January 2024 price change the LW Mail Class is getting mapped to the PS mail class. This table shows the combinations of Rate Ingredients that will be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7D3064-AE8D-4335-8F86-44936443DC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13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Illustrative</a:t>
            </a:r>
          </a:p>
        </p:txBody>
      </p:sp>
      <p:sp>
        <p:nvSpPr>
          <p:cNvPr id="904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2BBAD49-1CF8-4545-971A-722A9AD470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ACCCA7-C682-4AE1-BA0D-03E938EA3C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B867F466-E478-4545-A671-8234B44642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53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508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08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673FC-E75D-43C8-A732-DBAADF781A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05BA7C-A4CC-4F78-9CBF-51146530FB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A25273-974A-4407-BF1D-4D7654B16F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BE555C-73E3-4C62-8614-A1A3E0006E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866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BE7B32-5F8A-43CC-8352-8E260322E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27765A7-8EB1-4D00-90B2-52E4535CBB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71F6F75-565D-4D1A-97D5-C4BF2A528B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550BA7-6911-4B33-84F0-14BF0F866B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89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296AD53-6346-4C78-8814-B5FE0C53C3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7FBFAF-94E1-4E70-A4FB-ECDEAAE05A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3193C95-D4DA-434C-B498-2AB2DD868A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6B48F7-63CF-4FB7-8DAB-DC97E593CC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899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1AFCE7-6380-4D87-A2AC-7F9E7F4326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376F12-B5DE-4692-8B71-CA5CF113D0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32168-A451-4355-A9E9-E18E3010FB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CACEC7-B99D-4EA9-A056-9DBBB9BADD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784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7EB2B7-9629-4FB6-B66D-23BCF53E6C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431308-3B3D-4281-B8CA-3744AB2ADE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4C520-C021-44DF-8FDF-E4235978FD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90DE93-3F7F-4969-BF96-05C3C73BFF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9393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AFA2CD-DD50-40FA-89EC-FFB7236913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62E4BF-2D1E-4644-971B-D2E9344D1E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B3BE0E-67DF-44E1-A7F6-C725EE81E2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C35EE1-1FD1-48E2-81F0-9BE336D8BE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248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914400"/>
            <a:ext cx="2590800" cy="5181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7569200" cy="5181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0086A1-0396-423E-84CD-0A6EB9DCD2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5D86C8-357B-4266-8985-D187C80758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C81B1E-6331-4D04-871E-AA9C3F6A25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C3C163-09AD-4848-9381-F19A83860F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119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914400"/>
            <a:ext cx="10363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B1F8932-4E9E-4EC0-A81D-DDC36B0580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CCAF63F-EB9D-4D44-BD35-A0F58A1534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5203E66-7A9C-475C-81FB-1087FBE29B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F57343-43A9-4EE4-AF24-9EF0F5FD68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06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32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103632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852251-BEBF-4712-B6AF-39BDACD12B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FA980C-AC20-4B5A-B8E8-C5A92EB3B8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02E6ED-177E-4D4C-811A-F13F4A4FDB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344D00-6B18-4559-84B4-25908D5DE2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903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32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828800"/>
            <a:ext cx="5080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0800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BD9523-5EDA-4980-AFDC-1CAB9BAEE0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7D3FAA-352F-4D49-8A69-CB98DA01CF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39680-2D40-4A90-8B32-1710CA4D76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3162E2-6750-4889-A708-46E21AAA9C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87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32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828800"/>
            <a:ext cx="10363200" cy="4267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505940-1C60-4D5D-8FC0-65136AE1E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423727-E305-4056-99AC-47B977BD3F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BB342C-FD7C-48EF-B265-969D467FB9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525B90-99E0-4068-BB7B-1B53EC1DFA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123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FF9B7F6-58FD-4138-99D8-61BEB7438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14400"/>
            <a:ext cx="10363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Illustrative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ED8AA2-ACF3-4EDF-94CC-49849BBA8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103632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0AF93D5-E625-4152-813E-DDB0F710336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967F3D-30A3-4CFA-A274-D192BD09B0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C996B47-44EB-4742-9F80-B007FA8E776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7700" y="6334125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panose="020B0604020202020204" pitchFamily="34" charset="0"/>
              </a:defRPr>
            </a:lvl1pPr>
          </a:lstStyle>
          <a:p>
            <a:fld id="{A07FBBAF-9207-412B-9E94-E67CB68516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AcnSubjectTitle_ID_1032" hidden="1">
            <a:extLst>
              <a:ext uri="{FF2B5EF4-FFF2-40B4-BE49-F238E27FC236}">
                <a16:creationId xmlns:a16="http://schemas.microsoft.com/office/drawing/2014/main" id="{D56119E1-8A77-4FE2-9D1B-1C2F0A2F7A79}"/>
              </a:ext>
            </a:extLst>
          </p:cNvPr>
          <p:cNvSpPr txBox="1">
            <a:spLocks noChangeArrowheads="1"/>
          </p:cNvSpPr>
          <p:nvPr userDrawn="1">
            <p:custDataLst>
              <p:tags r:id="rId14"/>
            </p:custDataLst>
          </p:nvPr>
        </p:nvSpPr>
        <p:spPr bwMode="gray">
          <a:xfrm>
            <a:off x="914400" y="1420814"/>
            <a:ext cx="9313333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sz="1600">
                <a:latin typeface="Arial" charset="0"/>
              </a:rPr>
              <a:t>Subject Title</a:t>
            </a:r>
          </a:p>
        </p:txBody>
      </p:sp>
      <p:sp>
        <p:nvSpPr>
          <p:cNvPr id="1033" name="AcnFootnote_ID_1033" hidden="1">
            <a:extLst>
              <a:ext uri="{FF2B5EF4-FFF2-40B4-BE49-F238E27FC236}">
                <a16:creationId xmlns:a16="http://schemas.microsoft.com/office/drawing/2014/main" id="{C7FCFD4E-94A5-45CC-A99A-F17198FB9938}"/>
              </a:ext>
            </a:extLst>
          </p:cNvPr>
          <p:cNvSpPr txBox="1">
            <a:spLocks noChangeArrowheads="1"/>
          </p:cNvSpPr>
          <p:nvPr userDrawn="1">
            <p:custDataLst>
              <p:tags r:id="rId15"/>
            </p:custDataLst>
          </p:nvPr>
        </p:nvSpPr>
        <p:spPr bwMode="gray">
          <a:xfrm>
            <a:off x="914400" y="6251159"/>
            <a:ext cx="1036320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538163" indent="-538163" eaLnBrk="1" hangingPunct="1">
              <a:buFont typeface="Wingdings" pitchFamily="2" charset="2"/>
              <a:buNone/>
              <a:defRPr/>
            </a:pPr>
            <a:r>
              <a:rPr lang="en-US" sz="1000" b="0">
                <a:latin typeface="Arial" charset="0"/>
              </a:rPr>
              <a:t>*	Footnote</a:t>
            </a:r>
          </a:p>
          <a:p>
            <a:pPr marL="538163" indent="-538163" eaLnBrk="1" hangingPunct="1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1000" b="0">
                <a:latin typeface="Arial" charset="0"/>
              </a:rPr>
              <a:t>Source:	Source</a:t>
            </a:r>
          </a:p>
        </p:txBody>
      </p:sp>
    </p:spTree>
    <p:extLst>
      <p:ext uri="{BB962C8B-B14F-4D97-AF65-F5344CB8AC3E}">
        <p14:creationId xmlns:p14="http://schemas.microsoft.com/office/powerpoint/2010/main" val="361690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74E0E4-AEAB-4E18-8B20-380B5386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B48F7-63CF-4FB7-8DAB-DC97E593CCB8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EBBA8AB-6DFC-40FA-B7F6-64F2728C3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9914" y="1489868"/>
            <a:ext cx="8245475" cy="4016484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1440" tIns="45720" rIns="91440" bIns="45720" anchor="t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4800" b="1" dirty="0">
              <a:solidFill>
                <a:srgbClr val="CC3300"/>
              </a:solidFill>
              <a:latin typeface="Arial"/>
              <a:cs typeface="Arial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4000" b="1" dirty="0">
                <a:solidFill>
                  <a:srgbClr val="CC3300"/>
                </a:solidFill>
                <a:latin typeface="Arial"/>
                <a:cs typeface="Arial"/>
              </a:rPr>
              <a:t>PPC Release 11.0.0  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4000" b="1" dirty="0">
                <a:solidFill>
                  <a:srgbClr val="CC3300"/>
                </a:solidFill>
                <a:latin typeface="Arial"/>
                <a:cs typeface="Arial"/>
              </a:rPr>
              <a:t>			</a:t>
            </a:r>
            <a:endParaRPr lang="en-US" sz="3200" b="1" dirty="0">
              <a:solidFill>
                <a:srgbClr val="CC3300"/>
              </a:solidFill>
              <a:latin typeface="Arial"/>
              <a:cs typeface="Arial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b="1" dirty="0">
              <a:solidFill>
                <a:srgbClr val="CC3300"/>
              </a:solidFill>
              <a:latin typeface="Arial"/>
              <a:cs typeface="Arial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srgbClr val="CC3300"/>
                </a:solidFill>
                <a:latin typeface="Arial"/>
                <a:cs typeface="Arial"/>
              </a:rPr>
              <a:t>10/xx/2023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2000" b="1" dirty="0">
              <a:solidFill>
                <a:srgbClr val="CC3300"/>
              </a:solidFill>
              <a:latin typeface="Arial"/>
              <a:cs typeface="Arial" charset="0"/>
            </a:endParaRPr>
          </a:p>
        </p:txBody>
      </p:sp>
      <p:pic>
        <p:nvPicPr>
          <p:cNvPr id="9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B03247BB-1AC4-4DF7-B6B7-28D75C960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564" y="2209800"/>
            <a:ext cx="2560637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503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E1060E-67D3-449B-85C2-0A5A70FE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B48F7-63CF-4FB7-8DAB-DC97E593CCB8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2D30EBA-0DF9-4731-959C-8A2165D4A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9914" y="1489868"/>
            <a:ext cx="8245475" cy="3554819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1440" tIns="45720" rIns="91440" bIns="45720" anchor="t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4800" b="1" dirty="0">
              <a:solidFill>
                <a:srgbClr val="CC3300"/>
              </a:solidFill>
              <a:latin typeface="Arial"/>
              <a:cs typeface="Arial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4000" b="1" dirty="0">
                <a:solidFill>
                  <a:srgbClr val="CC3300"/>
                </a:solidFill>
                <a:latin typeface="Arial"/>
                <a:cs typeface="Arial"/>
              </a:rPr>
              <a:t>PPC Manifest Changes</a:t>
            </a:r>
            <a:endParaRPr lang="en-US" sz="4000" b="1" dirty="0">
              <a:solidFill>
                <a:srgbClr val="CC3300"/>
              </a:solidFill>
              <a:latin typeface="Arial"/>
              <a:cs typeface="Arial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2000" b="1" dirty="0">
              <a:solidFill>
                <a:srgbClr val="CC3300"/>
              </a:solidFill>
              <a:latin typeface="Arial"/>
              <a:cs typeface="Arial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2000" b="1" dirty="0">
              <a:solidFill>
                <a:srgbClr val="CC3300"/>
              </a:solidFill>
              <a:latin typeface="Arial"/>
              <a:cs typeface="Arial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b="1" dirty="0">
              <a:solidFill>
                <a:srgbClr val="CC3300"/>
              </a:solidFill>
              <a:latin typeface="Arial"/>
              <a:cs typeface="Arial" charset="0"/>
            </a:endParaRP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2000" b="1" dirty="0">
              <a:solidFill>
                <a:srgbClr val="CC3300"/>
              </a:solidFill>
              <a:latin typeface="Arial"/>
              <a:cs typeface="Arial" charset="0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4332767-B4D0-4A60-B1AF-C8A9F06E8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652" y="2221006"/>
            <a:ext cx="2560637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4339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7392087-676D-45EA-BA88-064261827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432" y="66675"/>
            <a:ext cx="642563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91440" bIns="45720" anchor="ctr"/>
          <a:lstStyle/>
          <a:p>
            <a:pPr algn="r">
              <a:defRPr/>
            </a:pPr>
            <a:r>
              <a:rPr lang="en-US" sz="2800" dirty="0">
                <a:solidFill>
                  <a:schemeClr val="accent3"/>
                </a:solidFill>
                <a:latin typeface="Arial" charset="0"/>
                <a:cs typeface="Arial"/>
              </a:rPr>
              <a:t>Non-Functional Stories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DEA0392-7241-47F8-8E46-440A19A4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E11B4335-CFC6-4053-8371-8E57B9A971B5}" type="slidenum">
              <a:rPr lang="en-US" altLang="en-US" sz="1400" b="0">
                <a:latin typeface="Arial" panose="020B0604020202020204" pitchFamily="34" charset="0"/>
              </a:rPr>
              <a:pPr/>
              <a:t>3</a:t>
            </a:fld>
            <a:endParaRPr lang="en-US" altLang="en-US" sz="1400" b="0"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B12D97-D27B-1344-6A4C-34F177BD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081994"/>
              </p:ext>
            </p:extLst>
          </p:nvPr>
        </p:nvGraphicFramePr>
        <p:xfrm>
          <a:off x="2016768" y="1304748"/>
          <a:ext cx="8158464" cy="4873585"/>
        </p:xfrm>
        <a:graphic>
          <a:graphicData uri="http://schemas.openxmlformats.org/drawingml/2006/table">
            <a:tbl>
              <a:tblPr/>
              <a:tblGrid>
                <a:gridCol w="3320917">
                  <a:extLst>
                    <a:ext uri="{9D8B030D-6E8A-4147-A177-3AD203B41FA5}">
                      <a16:colId xmlns:a16="http://schemas.microsoft.com/office/drawing/2014/main" val="1343238585"/>
                    </a:ext>
                  </a:extLst>
                </a:gridCol>
                <a:gridCol w="1736226">
                  <a:extLst>
                    <a:ext uri="{9D8B030D-6E8A-4147-A177-3AD203B41FA5}">
                      <a16:colId xmlns:a16="http://schemas.microsoft.com/office/drawing/2014/main" val="3459937962"/>
                    </a:ext>
                  </a:extLst>
                </a:gridCol>
                <a:gridCol w="3101321">
                  <a:extLst>
                    <a:ext uri="{9D8B030D-6E8A-4147-A177-3AD203B41FA5}">
                      <a16:colId xmlns:a16="http://schemas.microsoft.com/office/drawing/2014/main" val="3058177219"/>
                    </a:ext>
                  </a:extLst>
                </a:gridCol>
              </a:tblGrid>
              <a:tr h="423714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Story Name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V1 ID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65634"/>
                  </a:ext>
                </a:extLst>
              </a:tr>
              <a:tr h="68753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EPS logic to be split (performance) 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B-798935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</a:rPr>
                        <a:t>Performance Improvements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429085"/>
                  </a:ext>
                </a:extLst>
              </a:tr>
              <a:tr h="68753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Refactor final Processing for Manifests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B-784791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</a:rPr>
                        <a:t>Back-end changes.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660317"/>
                  </a:ext>
                </a:extLst>
              </a:tr>
              <a:tr h="951359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Akka upgrades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B-798936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</a:rPr>
                        <a:t>Updated to </a:t>
                      </a: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Akka version </a:t>
                      </a:r>
                      <a:r>
                        <a:rPr lang="en-US"/>
                        <a:t>6.0.5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741620"/>
                  </a:ext>
                </a:extLst>
              </a:tr>
              <a:tr h="951359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Update partition management cron to be able to run concurrently with other functional processing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B-798937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</a:rPr>
                        <a:t>The Partition Management Job to be able to run Concurrently with other Functional Processes.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964738"/>
                  </a:ext>
                </a:extLst>
              </a:tr>
              <a:tr h="687536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Update the query that the spef duplicate check pod uses.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</a:rPr>
                        <a:t>B-801058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</a:rPr>
                        <a:t>Duplicate SPEF packages are rejected within a configurable timeframe.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746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71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7CAF9-799D-AACF-FA05-8D7EF5A3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B48F7-63CF-4FB7-8DAB-DC97E593CCB8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EAAD0-0BFD-13E4-5C3F-3CD811DF1FDA}"/>
              </a:ext>
            </a:extLst>
          </p:cNvPr>
          <p:cNvSpPr txBox="1"/>
          <p:nvPr/>
        </p:nvSpPr>
        <p:spPr>
          <a:xfrm>
            <a:off x="5780988" y="14527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800" dirty="0">
                <a:solidFill>
                  <a:schemeClr val="accent3"/>
                </a:solidFill>
                <a:latin typeface="Arial" charset="0"/>
                <a:cs typeface="Arial"/>
              </a:rPr>
              <a:t>Price Change Mappings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96C67A-7227-F9C9-9261-9DFD81354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253502"/>
              </p:ext>
            </p:extLst>
          </p:nvPr>
        </p:nvGraphicFramePr>
        <p:xfrm>
          <a:off x="0" y="806400"/>
          <a:ext cx="12235121" cy="5366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951">
                  <a:extLst>
                    <a:ext uri="{9D8B030D-6E8A-4147-A177-3AD203B41FA5}">
                      <a16:colId xmlns:a16="http://schemas.microsoft.com/office/drawing/2014/main" val="541096086"/>
                    </a:ext>
                  </a:extLst>
                </a:gridCol>
                <a:gridCol w="801278">
                  <a:extLst>
                    <a:ext uri="{9D8B030D-6E8A-4147-A177-3AD203B41FA5}">
                      <a16:colId xmlns:a16="http://schemas.microsoft.com/office/drawing/2014/main" val="1169186294"/>
                    </a:ext>
                  </a:extLst>
                </a:gridCol>
                <a:gridCol w="735291">
                  <a:extLst>
                    <a:ext uri="{9D8B030D-6E8A-4147-A177-3AD203B41FA5}">
                      <a16:colId xmlns:a16="http://schemas.microsoft.com/office/drawing/2014/main" val="630518088"/>
                    </a:ext>
                  </a:extLst>
                </a:gridCol>
                <a:gridCol w="584461">
                  <a:extLst>
                    <a:ext uri="{9D8B030D-6E8A-4147-A177-3AD203B41FA5}">
                      <a16:colId xmlns:a16="http://schemas.microsoft.com/office/drawing/2014/main" val="2880075769"/>
                    </a:ext>
                  </a:extLst>
                </a:gridCol>
                <a:gridCol w="895547">
                  <a:extLst>
                    <a:ext uri="{9D8B030D-6E8A-4147-A177-3AD203B41FA5}">
                      <a16:colId xmlns:a16="http://schemas.microsoft.com/office/drawing/2014/main" val="3826071321"/>
                    </a:ext>
                  </a:extLst>
                </a:gridCol>
                <a:gridCol w="358218">
                  <a:extLst>
                    <a:ext uri="{9D8B030D-6E8A-4147-A177-3AD203B41FA5}">
                      <a16:colId xmlns:a16="http://schemas.microsoft.com/office/drawing/2014/main" val="2050532933"/>
                    </a:ext>
                  </a:extLst>
                </a:gridCol>
                <a:gridCol w="565609">
                  <a:extLst>
                    <a:ext uri="{9D8B030D-6E8A-4147-A177-3AD203B41FA5}">
                      <a16:colId xmlns:a16="http://schemas.microsoft.com/office/drawing/2014/main" val="206507112"/>
                    </a:ext>
                  </a:extLst>
                </a:gridCol>
                <a:gridCol w="1574276">
                  <a:extLst>
                    <a:ext uri="{9D8B030D-6E8A-4147-A177-3AD203B41FA5}">
                      <a16:colId xmlns:a16="http://schemas.microsoft.com/office/drawing/2014/main" val="3905530505"/>
                    </a:ext>
                  </a:extLst>
                </a:gridCol>
                <a:gridCol w="216816">
                  <a:extLst>
                    <a:ext uri="{9D8B030D-6E8A-4147-A177-3AD203B41FA5}">
                      <a16:colId xmlns:a16="http://schemas.microsoft.com/office/drawing/2014/main" val="2308705376"/>
                    </a:ext>
                  </a:extLst>
                </a:gridCol>
                <a:gridCol w="1084083">
                  <a:extLst>
                    <a:ext uri="{9D8B030D-6E8A-4147-A177-3AD203B41FA5}">
                      <a16:colId xmlns:a16="http://schemas.microsoft.com/office/drawing/2014/main" val="945007578"/>
                    </a:ext>
                  </a:extLst>
                </a:gridCol>
                <a:gridCol w="763571">
                  <a:extLst>
                    <a:ext uri="{9D8B030D-6E8A-4147-A177-3AD203B41FA5}">
                      <a16:colId xmlns:a16="http://schemas.microsoft.com/office/drawing/2014/main" val="1646457536"/>
                    </a:ext>
                  </a:extLst>
                </a:gridCol>
                <a:gridCol w="1046375">
                  <a:extLst>
                    <a:ext uri="{9D8B030D-6E8A-4147-A177-3AD203B41FA5}">
                      <a16:colId xmlns:a16="http://schemas.microsoft.com/office/drawing/2014/main" val="1485105429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363758917"/>
                    </a:ext>
                  </a:extLst>
                </a:gridCol>
                <a:gridCol w="414779">
                  <a:extLst>
                    <a:ext uri="{9D8B030D-6E8A-4147-A177-3AD203B41FA5}">
                      <a16:colId xmlns:a16="http://schemas.microsoft.com/office/drawing/2014/main" val="1759946489"/>
                    </a:ext>
                  </a:extLst>
                </a:gridCol>
                <a:gridCol w="593889">
                  <a:extLst>
                    <a:ext uri="{9D8B030D-6E8A-4147-A177-3AD203B41FA5}">
                      <a16:colId xmlns:a16="http://schemas.microsoft.com/office/drawing/2014/main" val="2094075843"/>
                    </a:ext>
                  </a:extLst>
                </a:gridCol>
                <a:gridCol w="1743088">
                  <a:extLst>
                    <a:ext uri="{9D8B030D-6E8A-4147-A177-3AD203B41FA5}">
                      <a16:colId xmlns:a16="http://schemas.microsoft.com/office/drawing/2014/main" val="2440431248"/>
                    </a:ext>
                  </a:extLst>
                </a:gridCol>
              </a:tblGrid>
              <a:tr h="425065"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MAPPED FROM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 </a:t>
                      </a:r>
                      <a:endParaRPr lang="en-US" sz="105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MAPPED TO ON JANUARY PC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800809200"/>
                  </a:ext>
                </a:extLst>
              </a:tr>
              <a:tr h="6375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#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Mail Class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Processing Category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Rate Indicator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Destination Rate Indicator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Zone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Routing Barcode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Rate (Including Barcoding or Machinability Surcharges)</a:t>
                      </a:r>
                      <a:endParaRPr lang="en-US" sz="105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Mail Class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Processing Category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Destination Rate Indicator</a:t>
                      </a:r>
                      <a:endParaRPr lang="en-US" sz="105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Rate Indicator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Zone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Routing Barcode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Rate (Including Barcoding or Machinability Surcharges)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2356076589"/>
                  </a:ext>
                </a:extLst>
              </a:tr>
              <a:tr h="425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1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DF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B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5-Digit DNDC (NSA Only)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B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5D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Machinable DNDC 5-Digit (NSA Only)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1986157371"/>
                  </a:ext>
                </a:extLst>
              </a:tr>
              <a:tr h="425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2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DF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5-Digit DSCF (NSA Only)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5D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Machinable DSCF 5-Digit (NSA Only)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540671378"/>
                  </a:ext>
                </a:extLst>
              </a:tr>
              <a:tr h="212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DC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B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Parcel DNDC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B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SP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Machinable DNDC Single-Piece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3265831153"/>
                  </a:ext>
                </a:extLst>
              </a:tr>
              <a:tr h="212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4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DF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Parcel DDU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PS </a:t>
                      </a:r>
                      <a:endParaRPr lang="en-US" sz="105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SP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Machinable DDU Parcels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3356053639"/>
                  </a:ext>
                </a:extLst>
              </a:tr>
              <a:tr h="212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5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DF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H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5-Digit DHUB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H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SP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Machinable DHUB Parcels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2450911735"/>
                  </a:ext>
                </a:extLst>
              </a:tr>
              <a:tr h="212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6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DE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Parcel DSCF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PS </a:t>
                      </a:r>
                      <a:endParaRPr lang="en-US" sz="105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3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DE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Machinable DSCF Parcels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840738824"/>
                  </a:ext>
                </a:extLst>
              </a:tr>
              <a:tr h="425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7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4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DF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B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5-Digit DNDC (NSA Only)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5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B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5D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Nonmachinable DNDC 5-Digit (NSA Only)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3852643780"/>
                  </a:ext>
                </a:extLst>
              </a:tr>
              <a:tr h="4250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8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4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DF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5-Digit DSCF (NSA Only)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5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5D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Nonmachinable DSCF 5-Digit (NSA Only)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1442093611"/>
                  </a:ext>
                </a:extLst>
              </a:tr>
              <a:tr h="212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9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4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DC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B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Parcel DNDC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5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B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SP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Nonmachinable DNDC Single-Piece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104493278"/>
                  </a:ext>
                </a:extLst>
              </a:tr>
              <a:tr h="212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10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4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DF,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Parcel DDU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5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SP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Nonmachinable DDU Parcels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3003190096"/>
                  </a:ext>
                </a:extLst>
              </a:tr>
              <a:tr h="212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11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4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DF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H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5-Digit DHUB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5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H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SP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Nonmachinable DHUB Parcels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819326523"/>
                  </a:ext>
                </a:extLst>
              </a:tr>
              <a:tr h="2125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>
                          <a:effectLst/>
                        </a:rPr>
                        <a:t>12</a:t>
                      </a:r>
                      <a:endParaRPr lang="en-US" sz="10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LW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4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DE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Parcel Select Lightweight Parcel DSCF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 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5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DE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0, 1 </a:t>
                      </a:r>
                      <a:endParaRPr lang="en-US" sz="105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Nonmachinable DSCF Parcels </a:t>
                      </a:r>
                      <a:endParaRPr lang="en-US" sz="105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35" marR="5435" marT="5435" marB="0" anchor="ctr"/>
                </a:tc>
                <a:extLst>
                  <a:ext uri="{0D108BD9-81ED-4DB2-BD59-A6C34878D82A}">
                    <a16:rowId xmlns:a16="http://schemas.microsoft.com/office/drawing/2014/main" val="883148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0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9946F9-427F-4EB6-9C25-D803B4C77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B48F7-63CF-4FB7-8DAB-DC97E593CCB8}" type="slidenum">
              <a:rPr lang="en-US" altLang="en-US"/>
              <a:pPr/>
              <a:t>5</a:t>
            </a:fld>
            <a:endParaRPr lang="en-US" altLang="en-US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7988A682-25B6-47EB-87BE-104DED0DF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960" y="2081241"/>
            <a:ext cx="2560637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B4D27D89-BD53-473D-BF99-89854F8A2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403" y="3075057"/>
            <a:ext cx="8245475" cy="70788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1440" tIns="45720" rIns="91440" bIns="45720" anchor="t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4000" b="1">
                <a:solidFill>
                  <a:srgbClr val="CC3300"/>
                </a:solidFill>
                <a:latin typeface="Arial"/>
                <a:cs typeface="Arial"/>
              </a:rPr>
              <a:t>Questions?</a:t>
            </a:r>
            <a:endParaRPr lang="en-US" sz="3200" b="1">
              <a:solidFill>
                <a:srgbClr val="CC3300"/>
              </a:solidFill>
              <a:latin typeface="Arial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7730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ubjectTitle"/>
  <p:tag name="DATE" val="1/8/2008 7:04:07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1/8/2008 7:04:12 PM"/>
</p:tagLst>
</file>

<file path=ppt/theme/theme1.xml><?xml version="1.0" encoding="utf-8"?>
<a:theme xmlns:a="http://schemas.openxmlformats.org/drawingml/2006/main" name="USPS_template1-5_a">
  <a:themeElements>
    <a:clrScheme name="USPS_template1-5_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SPS_template1-5_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USPS_template1-5_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PS_template1-5_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PS_template1-5_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PS_template1-5_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PS_template1-5_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SPS_template1-5_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PS_template1-5_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PS_template1-5_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PS_template1-5_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PS_template1-5_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PS_template1-5_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SPS_template1-5_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18e3eaa-534d-4620-b8e2-85ba81254e5a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C87F3B24C16040B164F9B6B40A10ED" ma:contentTypeVersion="11" ma:contentTypeDescription="Create a new document." ma:contentTypeScope="" ma:versionID="170f2c6d44a302974d73df4be2372813">
  <xsd:schema xmlns:xsd="http://www.w3.org/2001/XMLSchema" xmlns:xs="http://www.w3.org/2001/XMLSchema" xmlns:p="http://schemas.microsoft.com/office/2006/metadata/properties" xmlns:ns2="ae64e32c-a41e-4152-8e7c-bfb2ad459140" xmlns:ns3="518e3eaa-534d-4620-b8e2-85ba81254e5a" targetNamespace="http://schemas.microsoft.com/office/2006/metadata/properties" ma:root="true" ma:fieldsID="d3c2861e86f27ed3364dc61bf885dc7e" ns2:_="" ns3:_="">
    <xsd:import namespace="ae64e32c-a41e-4152-8e7c-bfb2ad459140"/>
    <xsd:import namespace="518e3eaa-534d-4620-b8e2-85ba81254e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64e32c-a41e-4152-8e7c-bfb2ad4591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e3eaa-534d-4620-b8e2-85ba81254e5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79300D-380F-411B-9A80-2659D5993994}">
  <ds:schemaRefs>
    <ds:schemaRef ds:uri="518e3eaa-534d-4620-b8e2-85ba81254e5a"/>
    <ds:schemaRef ds:uri="ae64e32c-a41e-4152-8e7c-bfb2ad45914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CC593BE-F2C0-4816-ADD9-2ECB71A30B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1088DB-FA21-4323-98E7-4AA67DF52420}">
  <ds:schemaRefs>
    <ds:schemaRef ds:uri="518e3eaa-534d-4620-b8e2-85ba81254e5a"/>
    <ds:schemaRef ds:uri="ae64e32c-a41e-4152-8e7c-bfb2ad45914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6c9b68e5-0371-4f27-93af-8d15f794dc29}" enabled="1" method="Privileged" siteId="{a01f407a-85cb-4a16-98bb-f28e6384bd2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575</Words>
  <Application>Microsoft Office PowerPoint</Application>
  <PresentationFormat>Widescreen</PresentationFormat>
  <Paragraphs>263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</vt:lpstr>
      <vt:lpstr>Wingdings</vt:lpstr>
      <vt:lpstr>USPS_template1-5_a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Soliz, Gerardo</dc:creator>
  <cp:lastModifiedBy>Johnston, Michael P.</cp:lastModifiedBy>
  <cp:revision>12</cp:revision>
  <dcterms:created xsi:type="dcterms:W3CDTF">2021-09-29T16:11:18Z</dcterms:created>
  <dcterms:modified xsi:type="dcterms:W3CDTF">2024-01-02T17:39:18Z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0x01010003C87F3B24C16040B164F9B6B40A10ED</vt:lpwstr>
  </property>
  <property fmtid="{D5CDD505-2E9C-101B-9397-08002B2CF9AE}" pid="3" name="xd_ProgID">
    <vt:lpwstr/>
  </property>
  <property fmtid="{D5CDD505-2E9C-101B-9397-08002B2CF9AE}" pid="4" name="TemplateUrl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xd_Signature">
    <vt:bool>false</vt:bool>
  </property>
</Properties>
</file>